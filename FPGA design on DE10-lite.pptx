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B6708-A62D-950E-77D4-85797FFFB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B7B731-F6BA-52C8-1E75-53342DE7B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A29D4-CFDB-FF4E-6A67-72B1CAB7B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25E0-F28D-4387-9DFD-AF46259BCAD6}" type="datetimeFigureOut">
              <a:rPr lang="en-IL" smtClean="0"/>
              <a:t>03/05/2025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48A24-445E-732C-D9F3-F01AAD731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DCF6E-0093-ADA3-94A6-675516A0F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A9B8D-A167-4682-8D72-2408FEC7C5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3169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52657-EF8F-1E86-16EC-17E0C9E40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050EA-8106-9369-B051-A1526F468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B6602-A774-B18F-291B-292BCFB80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25E0-F28D-4387-9DFD-AF46259BCAD6}" type="datetimeFigureOut">
              <a:rPr lang="en-IL" smtClean="0"/>
              <a:t>03/05/2025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AEDDF-D513-1E13-F74A-C3CA266DF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9684E-D011-7956-ABB8-EB6A96C47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A9B8D-A167-4682-8D72-2408FEC7C5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32825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BBEB3-41D5-7D11-186E-EEACE3ED6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94371-A8A5-62BE-B90F-419ACC9D8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6FCA2-1A0F-3846-44A9-704EFAEC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25E0-F28D-4387-9DFD-AF46259BCAD6}" type="datetimeFigureOut">
              <a:rPr lang="en-IL" smtClean="0"/>
              <a:t>03/05/2025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278C6-2945-C99F-BA97-584C9F9AE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67732-5A80-56C2-A64F-48D22B31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A9B8D-A167-4682-8D72-2408FEC7C5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7758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41CC-30A2-22E8-1E78-379B64D5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FB4B-4C9A-E3A0-735D-CD505588D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1A748-F1EB-B7F1-7339-E4127E2F7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C25D6-F3AE-C531-3A9C-CC111B9AB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25E0-F28D-4387-9DFD-AF46259BCAD6}" type="datetimeFigureOut">
              <a:rPr lang="en-IL" smtClean="0"/>
              <a:t>03/05/2025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D8081-92A6-D5A1-6105-1EB18F7C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11E69-8A4A-73BF-49E8-CD333752B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A9B8D-A167-4682-8D72-2408FEC7C5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60185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AED07-5E13-E4EB-9B0E-159D1EE1F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85594-4C74-EE9D-2BA3-E086CFA5F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773747-1462-1728-705B-68AB8C0E9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55E087-CEC3-BBAF-4BC0-5EC0B63A43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DB306-090A-09D4-44C3-737E78D80D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27053A-21E5-476C-9E26-4AC21B0E8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25E0-F28D-4387-9DFD-AF46259BCAD6}" type="datetimeFigureOut">
              <a:rPr lang="en-IL" smtClean="0"/>
              <a:t>03/05/2025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2E9984-A91C-6ACE-77ED-CD98D59B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6795E4-5689-2387-DE18-5113650F6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A9B8D-A167-4682-8D72-2408FEC7C5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7317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A2B35-67E8-287D-BA39-16A99F358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815094-E998-5110-3BFD-D2B2BA2AB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25E0-F28D-4387-9DFD-AF46259BCAD6}" type="datetimeFigureOut">
              <a:rPr lang="en-IL" smtClean="0"/>
              <a:t>03/05/2025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14FAD-CB9D-A0E5-01C6-D7914FE70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3681A-C45E-756A-4FEF-8FAEAB7B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A9B8D-A167-4682-8D72-2408FEC7C5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68990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FF5CE2-53C9-E3B2-10F7-760354EF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25E0-F28D-4387-9DFD-AF46259BCAD6}" type="datetimeFigureOut">
              <a:rPr lang="en-IL" smtClean="0"/>
              <a:t>03/05/2025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88C6F8-C6F2-BCF9-ED7B-D2637761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19715-2ACF-ED12-D38F-36DBAEAA8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A9B8D-A167-4682-8D72-2408FEC7C5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7956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549A1-379D-440A-6554-5C147D49B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6E998-A00C-7F1B-1008-63970085C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71972A-18CD-89BE-C481-4389B2230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712F6-0386-4B03-927B-1EEDE2F6D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25E0-F28D-4387-9DFD-AF46259BCAD6}" type="datetimeFigureOut">
              <a:rPr lang="en-IL" smtClean="0"/>
              <a:t>03/05/2025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10338-5E24-8051-0CB0-7FF11F954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EE799-866B-28E2-8573-70B684599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A9B8D-A167-4682-8D72-2408FEC7C5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0893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897DC-A130-F37F-AC0E-280236DFE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F36555-AF9E-39A2-55D2-EAF0BE5F4F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FF9D8-D97F-3D3E-F1BE-E48E42B4E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C39D3-5029-031D-D6FE-503A9FABB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25E0-F28D-4387-9DFD-AF46259BCAD6}" type="datetimeFigureOut">
              <a:rPr lang="en-IL" smtClean="0"/>
              <a:t>03/05/2025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889C2-9FCC-04F9-5DA1-68990BFC7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A371FF-F2C0-1824-4E3A-2D98F885F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A9B8D-A167-4682-8D72-2408FEC7C5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67302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B4B0B-00A8-3277-2D36-F0A6CAB6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0F3AD-FBA0-51B8-5488-FF6A302D9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75BF-ED1D-EC8B-4932-654B392D5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25E0-F28D-4387-9DFD-AF46259BCAD6}" type="datetimeFigureOut">
              <a:rPr lang="en-IL" smtClean="0"/>
              <a:t>03/05/2025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9C02E-6181-57DE-878B-29C87EDA9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2D0BC-87DC-65BC-D962-C933BD017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A9B8D-A167-4682-8D72-2408FEC7C5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5181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C8A72E-5854-B9AC-83AE-DD05CABDA2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D3EF0-0A44-387C-609D-2B0C6606E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D60BB-3256-6A27-60D1-BC62FEE7B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25E0-F28D-4387-9DFD-AF46259BCAD6}" type="datetimeFigureOut">
              <a:rPr lang="en-IL" smtClean="0"/>
              <a:t>03/05/2025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A104C-B969-3402-990B-34C66E209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0FA5D-EB11-29E6-79C5-799DB1E46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A9B8D-A167-4682-8D72-2408FEC7C5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19660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50BA7A-D7FA-A3E6-993B-385830583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7DF3E-934A-729E-1AC7-B4FC7FE4A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BFED1-4066-B006-9E35-A85F34C941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3B25E0-F28D-4387-9DFD-AF46259BCAD6}" type="datetimeFigureOut">
              <a:rPr lang="en-IL" smtClean="0"/>
              <a:t>03/05/2025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78885-A697-6737-368F-FEE5C7637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9723B-4F83-CD33-77FD-741843D06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AA9B8D-A167-4682-8D72-2408FEC7C5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2910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2iRPEooKhQ4" TargetMode="External"/><Relationship Id="rId2" Type="http://schemas.openxmlformats.org/officeDocument/2006/relationships/hyperlink" Target="https://www.youtube.com/watch?v=G8-lkebvnh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51F613-C156-3DB1-E12F-6915E3580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FPGA design #1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Basic logic design </a:t>
            </a:r>
            <a:endParaRPr lang="en-IL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A68D4-1115-05EB-0721-BE2EA15B2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On DE10-lite platform</a:t>
            </a:r>
          </a:p>
          <a:p>
            <a:pPr algn="l"/>
            <a:r>
              <a:rPr lang="en-US" sz="1800" dirty="0"/>
              <a:t>Avi Salmon.</a:t>
            </a:r>
            <a:endParaRPr lang="en-IL" sz="1800" dirty="0"/>
          </a:p>
        </p:txBody>
      </p:sp>
      <p:pic>
        <p:nvPicPr>
          <p:cNvPr id="7" name="Picture 6" descr="A close-up of a computer chip&#10;&#10;AI-generated content may be incorrect.">
            <a:extLst>
              <a:ext uri="{FF2B5EF4-FFF2-40B4-BE49-F238E27FC236}">
                <a16:creationId xmlns:a16="http://schemas.microsoft.com/office/drawing/2014/main" id="{96E26C54-8592-3DD2-0B6A-A10398081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706" y="1783523"/>
            <a:ext cx="538162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16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21774-F1F6-ACD9-8015-A31A65C1E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CC651-98EE-7A2E-8680-3B1D61EAA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https://www.youtube.com/watch?v=G8-lkebvnhE</a:t>
            </a:r>
            <a:endParaRPr lang="en-US" dirty="0"/>
          </a:p>
          <a:p>
            <a:r>
              <a:rPr lang="en-US" dirty="0">
                <a:hlinkClick r:id="rId3"/>
              </a:rPr>
              <a:t>https://www.youtube.com/watch?v=2iRPEooKhQ4</a:t>
            </a:r>
            <a:endParaRPr lang="en-US" dirty="0"/>
          </a:p>
          <a:p>
            <a:pPr marL="0" indent="0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31423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640BA-1A7D-3B83-7EA7-50903CAD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you learn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AB3A9-90F0-178A-7503-FDA70006D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#1 – Basic Logic design on FPGA</a:t>
            </a:r>
          </a:p>
          <a:p>
            <a:r>
              <a:rPr lang="en-US" dirty="0"/>
              <a:t>Course #2 – implementing Retro games on FPGA</a:t>
            </a:r>
          </a:p>
          <a:p>
            <a:r>
              <a:rPr lang="en-US" dirty="0"/>
              <a:t>Course #3 – Building a working computers on FPGA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20106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7C2A0-E15E-1A6B-208E-7F450D386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I learn to program an FPGA?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9109E-AECD-9E24-1B5F-6562EA0FC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Become a logic design Hardware engineer. </a:t>
            </a:r>
          </a:p>
          <a:p>
            <a:r>
              <a:rPr lang="en-US" dirty="0"/>
              <a:t>Stand out in a talent-short market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sz="2000" dirty="0"/>
              <a:t>companies can’t hire enough FPGA-savvy engineers—your skills become instantly valuable.</a:t>
            </a:r>
          </a:p>
          <a:p>
            <a:r>
              <a:rPr lang="en-US" dirty="0"/>
              <a:t>Prototype at warp speed: </a:t>
            </a:r>
            <a:r>
              <a:rPr lang="en-US" sz="2000" dirty="0"/>
              <a:t>edit-compile-flash cycles take minutes, turning ideas into Hardware in the same day.</a:t>
            </a:r>
          </a:p>
          <a:p>
            <a:r>
              <a:rPr lang="en-US" dirty="0"/>
              <a:t>Design literally anything in silicon: from custom CPUs to retro game consoles</a:t>
            </a:r>
            <a:r>
              <a:rPr lang="en-US" sz="1400" dirty="0"/>
              <a:t>—</a:t>
            </a:r>
            <a:r>
              <a:rPr lang="en-US" sz="2000" dirty="0"/>
              <a:t>FPGAs make your imagination the only limit. </a:t>
            </a:r>
          </a:p>
          <a:p>
            <a:r>
              <a:rPr lang="en-US" dirty="0"/>
              <a:t>Have fun! </a:t>
            </a:r>
          </a:p>
          <a:p>
            <a:endParaRPr lang="en-IL" sz="2000" dirty="0"/>
          </a:p>
        </p:txBody>
      </p:sp>
    </p:spTree>
    <p:extLst>
      <p:ext uri="{BB962C8B-B14F-4D97-AF65-F5344CB8AC3E}">
        <p14:creationId xmlns:p14="http://schemas.microsoft.com/office/powerpoint/2010/main" val="1369302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0BF11-0052-D6F4-A241-F4B54B447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the course cover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45328-8169-E16E-6329-2E3A3279E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logic design on FPGA</a:t>
            </a:r>
          </a:p>
          <a:p>
            <a:r>
              <a:rPr lang="en-US" dirty="0"/>
              <a:t>Advanced IP modules (Memory, PLL)</a:t>
            </a:r>
          </a:p>
          <a:p>
            <a:r>
              <a:rPr lang="en-US" dirty="0"/>
              <a:t>Connecting to I/O, LEDs, switches </a:t>
            </a:r>
          </a:p>
          <a:p>
            <a:r>
              <a:rPr lang="en-US" dirty="0"/>
              <a:t>Connecting to a VGA screen</a:t>
            </a:r>
          </a:p>
          <a:p>
            <a:r>
              <a:rPr lang="en-US" dirty="0"/>
              <a:t>Validating with simulation </a:t>
            </a:r>
          </a:p>
          <a:p>
            <a:r>
              <a:rPr lang="en-US" dirty="0"/>
              <a:t>Debug on the </a:t>
            </a:r>
            <a:r>
              <a:rPr lang="en-US" dirty="0" err="1"/>
              <a:t>HardWare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42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DC5A-337B-F968-E8E8-41C02080E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you need to have?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A344A-48F7-2152-7DFF-1F646F334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Altera DE10-lite platform. </a:t>
            </a:r>
          </a:p>
          <a:p>
            <a:pPr lvl="1"/>
            <a:r>
              <a:rPr lang="en-US" dirty="0"/>
              <a:t>Relatively not expensive and available. </a:t>
            </a:r>
          </a:p>
          <a:p>
            <a:r>
              <a:rPr lang="en-US" dirty="0"/>
              <a:t>A VGA screen.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400" i="1" dirty="0"/>
              <a:t>Optional: Property additional add-on board</a:t>
            </a:r>
          </a:p>
        </p:txBody>
      </p:sp>
      <p:pic>
        <p:nvPicPr>
          <p:cNvPr id="4" name="Picture 3" descr="A close-up of a computer chip&#10;&#10;AI-generated content may be incorrect.">
            <a:extLst>
              <a:ext uri="{FF2B5EF4-FFF2-40B4-BE49-F238E27FC236}">
                <a16:creationId xmlns:a16="http://schemas.microsoft.com/office/drawing/2014/main" id="{1B894932-A33D-8F40-2E9D-7608C19B6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729" y="1063190"/>
            <a:ext cx="1849283" cy="1963840"/>
          </a:xfrm>
          <a:prstGeom prst="rect">
            <a:avLst/>
          </a:prstGeom>
        </p:spPr>
      </p:pic>
      <p:pic>
        <p:nvPicPr>
          <p:cNvPr id="10" name="Picture 9" descr="A cartoon of a computer monitor&#10;&#10;AI-generated content may be incorrect.">
            <a:extLst>
              <a:ext uri="{FF2B5EF4-FFF2-40B4-BE49-F238E27FC236}">
                <a16:creationId xmlns:a16="http://schemas.microsoft.com/office/drawing/2014/main" id="{7AA9473D-2EAC-B588-6F29-CF3A3E058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160" y="404838"/>
            <a:ext cx="2614152" cy="2614152"/>
          </a:xfrm>
          <a:prstGeom prst="rect">
            <a:avLst/>
          </a:prstGeom>
        </p:spPr>
      </p:pic>
      <p:pic>
        <p:nvPicPr>
          <p:cNvPr id="12" name="Picture 11" descr="A close-up of a device&#10;&#10;AI-generated content may be incorrect.">
            <a:extLst>
              <a:ext uri="{FF2B5EF4-FFF2-40B4-BE49-F238E27FC236}">
                <a16:creationId xmlns:a16="http://schemas.microsoft.com/office/drawing/2014/main" id="{AEDA69F5-F422-72BC-9475-32BB118144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916978">
            <a:off x="7618927" y="1977513"/>
            <a:ext cx="3209925" cy="57150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8C9576-D343-2759-BFEF-3EA650F65904}"/>
              </a:ext>
            </a:extLst>
          </p:cNvPr>
          <p:cNvCxnSpPr/>
          <p:nvPr/>
        </p:nvCxnSpPr>
        <p:spPr>
          <a:xfrm>
            <a:off x="344129" y="3429000"/>
            <a:ext cx="116118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55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219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FPGA design #1 Basic logic design </vt:lpstr>
      <vt:lpstr>PowerPoint Presentation</vt:lpstr>
      <vt:lpstr>What will you learn</vt:lpstr>
      <vt:lpstr>Why should I learn to program an FPGA?</vt:lpstr>
      <vt:lpstr>What will the course cover</vt:lpstr>
      <vt:lpstr>What do you need to have?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Salmon, Avi</dc:creator>
  <cp:lastModifiedBy>Salmon, Avi</cp:lastModifiedBy>
  <cp:revision>3</cp:revision>
  <dcterms:created xsi:type="dcterms:W3CDTF">2025-05-03T07:38:34Z</dcterms:created>
  <dcterms:modified xsi:type="dcterms:W3CDTF">2025-05-03T08:09:12Z</dcterms:modified>
</cp:coreProperties>
</file>